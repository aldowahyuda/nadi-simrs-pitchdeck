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 SIMRS v2.0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Manajemen Rumah Sakit &amp; Klinik Terpadu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IT Fasyankes yang Modern, Modular, dan Terintegrasi SatuSehat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Audiens: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Kecil &amp; Pratama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hingga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RSUD Skala Enterprise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&amp; Regulasi Fasyankes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Tantangan Operasional: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Antrean Menumpuk: Pendaftaran pasien lambat &amp; rawan kesalahan input.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Kebocoran Inventori: Pelacakan obat &amp; BHP di apotek tidak real-time.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Presensi Tidak Akurat: Staf medis melakukan absensi manual/fingerprint yang tidak contactless.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Pemantauan Kinerja Lemah: Manajemen kesulitan melihat produktivitas dokter.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Tuntutan Regulasi &amp; Standar: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Peraturan Kemenkes (PMK 24/2022):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Seluruh Fasyankes wajib terintegrasi dengan platform SatuSehat.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 Interoperabilitas Nasional: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Mengadopsi format HL7 FHIR R4, ICD-10, SNOMED-CT, dan LOINC.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 BPJS Kesehatan: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Wajib mendukung bridging V-Claim untuk pembuatan Surat Eligibilitas Peserta (SEP).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Kami: Sistem SIMRS Modular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 SIMRS dirancang modular. Anda hanya membayar modul yang Anda butuhkan!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KECIL &amp; PRATAMA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pada sistem inti (Core) dengan efisiensi biaya maksimal: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Pendaftaran mandiri via KTP OCR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Rekam Medis (EMR) SOAP Basic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Modul Billing &amp; Kasir Terintegrasi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Notifikasi WhatsApp Gateway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Tanpa biaya lisensi user (Unlimited Users)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ringan, operasional teratur!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RSUD &amp; RUMAH SAKIT BESAR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Enterprise lengkap dengan skalabilitas tinggi: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Kepatuhan penuh SatuSehat FHIR R4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Integrasi BPJS Kesehatan (V-Claim &amp; SEP)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Presensi AI Biometrik (Face-Recognition)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Dispatcher Ambulans GPS (Google Maps)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Modul Khusus: IGD Triase, NICU, VK &amp; Kamar Bedah
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Dukungan Multi-Cabang &amp; HIE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Unggulan: Paket Klinik Kecil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Pendaftaran Cepat via OCR KTP: Cukup foto KTP pasien, NIK terisi otomatis secara offline (Zero Data Leak).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Pasien &amp; Family Portal: Pasien bisa booking jadwal dari rumah. Satu akun bisa mengelola riwayat medis anak dan lansia.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 SOAP Terstruktur: Catatan medis standar, riwayat alergi, tindakan, dan resep tersimpan aman dan cepat diakses.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Auto-Decrement Dispensing: Pembukuan kasir terintegrasi apotek, mengurangi stok obat otomatis saat resep ditebus.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Gateway terintegrasi: Mengirim pengingat kontrol, antrean, dan OTP tanpa biaya pulsa SMS.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Unggulan: Paket RSUD Enterprise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Sinkronisasi SatuSehat Kemenkes: Otomatis sinkronisasi data rekam medis ke SatuSehat secara asinkron menggunakan BullMQ (HL7 FHIR R4).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BPJS Kesehatan: Integrasi V-Claim untuk cek kepesertaan dan pembuatan Surat Eligibilitas Peserta (SEP) tanpa ganti tab browser.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Presensi Biometrik AI: Presensi staf medis tanpa mesin fingerprint mahal menggunakan kamera tablet + Face-Recognition.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Ambulans &amp; Evakuasi Cepat: Pelacakan unit ambulans secara real-time dan pengiriman rute tercepat via Google Maps Navigator ke driver.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ICU/NICU, VK &amp; Kamar Bedah: Pencatatan rekam medis terperinci untuk tindakan CITO dan triage IGD berbasis kode warna.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Teknologi &amp; Performa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Dirancang untuk keandalan ekstrem, kecepatan tinggi, dan bebas biaya lisensi tersembunyi.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100k+ Kunjungan/Hari: Dibangun dengan Next.js 15 Server Actions dan PM2 Cluster Mode untuk load balancing optimal.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dengan Drizzle ORM: Koneksi PostgreSQL 16 ultra-cepat, didukung GIN Trigram index untuk pencarian nama pasien &lt;0.1 detik.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Data HIPAA &amp; PMK 24: Semua pemrosesan data sensitif (OCR KTP &amp; Face Recognition) dikerjakan di RAM client (Zero server leak).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Penyimpanan Efisien (Object Storage): Mendukung upload foto radiologi dan USG dengan kompresi otomatis ke Object Storage.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 SIMRS vs SIMRS Konvensional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Aspek Komparasi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SIMRS Konvensional (Masa Lalu)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Nadi SIMRS (Masa Depan)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Model Lisensi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Vendor Lock-in, biaya lisensi mahal per user/dokter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Open-source core, lisensi unlimited user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Pendaftaran Pasien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Lobby antrean panjang, ketik manual nama &amp; alamat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Self-service OCR KTP &amp; pendaftaran online via Family Portal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SatuSehat &amp; BPJS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Modul bridging terpisah, biaya integrasi tambahan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Sudah native SatuSehat FHIR R4 &amp; V-Claim BPJS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Presensi Karyawan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Fingerprint manual (rawan penularan virus &amp; titip absen)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Face Recognition AI contactless lewat peramban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Implementasi &amp; Hubungi Kami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implementasi cepat dan didampingi penuh hingga go-live.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Langkah Kerja: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Assessment Kebutuhan: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modul (Core vs Enterprise).
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Setup Infrastruktur: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Instalasi server on-premise RS atau cloud klinik.
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Migrasi &amp; Training: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Migrasi database pasien lama dan pelatihan staf.
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Go-Live &amp; Sertifikasi: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Pendampingan sinkronisasi SatuSehat &amp; BPJS.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84048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5544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 SIMRS ENTERPRISE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 kami untuk konsultasi modul, skema harga, dan demonstrasi produk gratis.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5603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Email: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simrs@nadi.local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Website: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nadi.local / docs.nadi.local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WhatsApp: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+62 812-3456-7890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2026-05-21T08:35:11Z</dcterms:created>
  <dcterms:modified xsi:type="dcterms:W3CDTF">2026-05-21T08:35:11Z</dcterms:modified>
</cp:coreProperties>
</file>